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800">
                <a:solidFill>
                  <a:srgbClr val="1A1A2E"/>
                </a:solidFill>
                <a:latin typeface="Calibri"/>
              </a:rPr>
              <a:t>Problem Statement ID – SIH26117</a:t>
            </a:r>
            <a:endParaRPr lang="en-US" dirty="0"/>
          </a:p>
          <a:p>
            <a:pPr/>
            <a:r>
              <a:rPr sz="1800">
                <a:solidFill>
                  <a:srgbClr val="1A1A2E"/>
                </a:solidFill>
                <a:latin typeface="Calibri"/>
              </a:rPr>
              <a:t>Problem Statement Title- Sovereign On-Premise Agentic AI Workbench</a:t>
            </a:r>
          </a:p>
          <a:p>
            <a:pPr/>
            <a:r>
              <a:rPr sz="1800">
                <a:solidFill>
                  <a:srgbClr val="1A1A2E"/>
                </a:solidFill>
                <a:latin typeface="Calibri"/>
              </a:rPr>
              <a:t>using Open-Weight Multimodal LLMs for Confidential Industrial Work</a:t>
            </a:r>
          </a:p>
          <a:p>
            <a:pPr/>
            <a:r>
              <a:rPr sz="1800">
                <a:solidFill>
                  <a:srgbClr val="1A1A2E"/>
                </a:solidFill>
                <a:latin typeface="Calibri"/>
              </a:rPr>
              <a:t>Theme- Smart Automation</a:t>
            </a:r>
          </a:p>
          <a:p>
            <a:pPr/>
            <a:r>
              <a:rPr sz="1800">
                <a:solidFill>
                  <a:srgbClr val="1A1A2E"/>
                </a:solidFill>
                <a:latin typeface="Calibri"/>
              </a:rPr>
              <a:t>PS Category- Software</a:t>
            </a:r>
          </a:p>
          <a:p>
            <a:pPr/>
            <a:r>
              <a:rPr sz="1800">
                <a:solidFill>
                  <a:srgbClr val="1A1A2E"/>
                </a:solidFill>
                <a:latin typeface="Calibri"/>
              </a:rPr>
              <a:t>Team ID- TBD (portal)</a:t>
            </a:r>
          </a:p>
          <a:p>
            <a:pPr/>
            <a:r>
              <a:rPr sz="1800">
                <a:solidFill>
                  <a:srgbClr val="1A1A2E"/>
                </a:solidFill>
                <a:latin typeface="Calibri"/>
              </a:rPr>
              <a:t>Team Name (Registered on portal)- TBD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/>
            <a:r>
              <a:rPr sz="3200" b="1">
                <a:solidFill>
                  <a:srgbClr val="1A1A2E"/>
                </a:solidFill>
                <a:latin typeface="Calibri"/>
              </a:rPr>
              <a:t>Sovereign Workbench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1400">
                <a:solidFill>
                  <a:srgbClr val="1A1A2E"/>
                </a:solidFill>
                <a:latin typeface="Calibri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Sovereign Workbench — air-gapped agentic workbench on the org GPU (not a chatbot)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Scan → on-device OCR → task-routed open-weight models → HITL fact-sheet → Word + Excel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Coding task run and verified in Docker --network=none (GPU server stays outside the jail)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How it addresses the problem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Confidential notes/P&amp;IDs cannot go to Claude/Codex; PS requires own GPU + zero external calls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Auto-select ≥2 task types (extract vs code) via Model Cards + OpenAI-compatible /v1 gateway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Real deliverable (python-docx), citations or NOT FOUND, draft watermark, visible WAN-off log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Innovation and uniqueness of the solution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vs Open WebUI/Ollama/PrivateGPT: task gateway, controlled templates, sandbox calc, HITL, egress proof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vs ChatGPT/Copilot: nothing leaves premises; 7B-class sequential on RTX 4060 8 GB (PS allows smaller models)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Not plant DCS control. Not a new LLM. Integration for industrial documents + proof of sovereignty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TBD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300">
                <a:solidFill>
                  <a:srgbClr val="1A1A2E"/>
                </a:solidFill>
                <a:latin typeface="Calibri"/>
              </a:rPr>
              <a:t>Technologies to be used (e.g. programming languages, frameworks, hardware)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Hardware: Laptop A RTX 4060 8 GB = runtime · Laptop B RTX 3050 6 GB = workbench UI (no LLM)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Software: Python workbench · OpenAI-compat /v1 (Ollama/vLLM/llama-server — pick at build) · CPU OCR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python-docx + openpyxl · Docker Desktop WSL2 --network=none for generated code + CR calc only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Local JSON KB (schema = future EAM) · on-disk Agent Skills (5) · audit log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Methodology and process for implementation (Flow Charts/Images/ working prototype)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  Engineer upload scan → CPU OCR → gateway vision_extract → JSON fact sheet → HITL approve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       → sandbox CR=(t_prev-t_curr)/Δt → gateway draft_note (different model id) → .docx DRAFT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  Parallel PS loop: prompt → code_sandbox → pytest in Docker jail → pass/fail shown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  8 GB: unload/load one 7B-class at a time · WAN unplugged · never wrap GPU in the sandbox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TBD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00">
                <a:solidFill>
                  <a:srgbClr val="1A1A2E"/>
                </a:solidFill>
                <a:latin typeface="Calibri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PS allows mid-range GPU / smaller models if 120B absent — 8 GB is that case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36h REAL: OCR, two model ids, HITL JSON, Word, Excel CR, sandbox tests, WAN-off log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MOCKED (same schema): EAM/historian JSON · NOT claimed: SAP, 14B, PPT, two models in VRAM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Potential challenges and risks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Small-model tool-calling / OCR on bad scans · Docker Desktop blocked at venue · fake-looking routing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Strategies for overcoming these challenges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Sequential two GGUF ids (not two prompt labels) · OCR confidence + NOT FOUND · calc only in sandbox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Docker primary; WSL jail fallback (disclose if weaker) · WAN unplug + host/packet log · draft forever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TBD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00">
                <a:solidFill>
                  <a:srgbClr val="1A1A2E"/>
                </a:solidFill>
                <a:latin typeface="Calibri"/>
              </a:rPr>
              <a:t>Potential impact on the target audience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Primary: inspection / integrity engineer (MRPL beachhead)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Secondary: process, HSE, procurement, other PSU knowledge-work (same workbench, new templates later)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/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Benefits of the solution (social, economic, environmental, etc.)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Time-to-DRAFT note: industry estimate scanned inspection 1–5 days → target hours (KB; not an MRPL SLA)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Cuts shadow ChatGPT on P&amp;IDs / vendor / board data · audit trail · DPDP/CERT-In aligned logging (one line)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Economic: reuse existing GPU; no claimed crore savings · Environmental: no extra training run claimed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Scale: change base_url from laptop → plant GPU; HITL stays; never writes DCS/SIS/PLC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TBD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>
                <a:solidFill>
                  <a:srgbClr val="1A1A2E"/>
                </a:solidFill>
                <a:latin typeface="Calibri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SIH26117 Expected Solution (inspection→Word, sandbox coding, multimodal, zero-egress proof)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OISD-STD-128 (name/edition only) · API 510-class report fields (not pasted standard body)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OpenAI-compatible local serving docs (Ollama/vLLM/llama.cpp) · Agent Skills spec (on-disk)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Cursor sandboxing (code jail ≠ GPU) · SIH 2026 Guidelines: 6-slide PDF, nine criteria, no weights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You vs existing (ticks only if true)     Air-gap  Citations  Sandbox  HITL  Word/Excel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Sovereign Workbench (ours)                Y        Y          Y        Y     Y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ChatGPT / Copilot / Claude                N        n/a        N        n/a   n/a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Open WebUI / Ollama / PrivateGPT          local    N          N        weak  chat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TBD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