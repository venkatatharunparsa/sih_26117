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EEAD4"/>
                </a:solidFill>
                <a:latin typeface="Calibri"/>
              </a:rPr>
              <a:t>Knowledge Work 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Calibri"/>
              </a:rPr>
              <a:t>Inspection findings (sample template)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BD5E1"/>
                </a:solidFill>
                <a:latin typeface="Calibri"/>
              </a:rPr>
              <a:t>Confidential synthetic · Knowledge Work Bench brand 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ECDD3"/>
                </a:solidFill>
                <a:latin typeface="Calibri"/>
              </a:rPr>
              <a:t>DRAFT — NOT A PLANT RECORD — FOR EXPORT /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Calibri"/>
              </a:rPr>
              <a:t>Sample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Scope and asset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Measurements vs SOP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Company knowledge cites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Recommended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DRAFT · soft copy · not CERT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Calibri"/>
              </a:rPr>
              <a:t>Sample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V-101 shell course A measured 7.6 mm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SOP-THK-001 minimum 8.0 mm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Recommend reduced inspection interval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DRAFT · soft copy · not CERT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